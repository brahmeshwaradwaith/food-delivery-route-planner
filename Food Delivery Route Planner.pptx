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60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0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18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64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45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8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914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11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37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0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89792-CD31-4F14-AABE-43F5DC518C2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65158-E634-47ED-A33B-D1248440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39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3" y="0"/>
            <a:ext cx="12197126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3339" y="414954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 smtClean="0">
                <a:solidFill>
                  <a:schemeClr val="bg1"/>
                </a:solidFill>
              </a:rPr>
              <a:t>Balu</a:t>
            </a:r>
            <a:r>
              <a:rPr lang="en-IN" dirty="0" smtClean="0">
                <a:solidFill>
                  <a:schemeClr val="bg1"/>
                </a:solidFill>
              </a:rPr>
              <a:t> Shankar   -- 25MVCSMR0097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Thrinath</a:t>
            </a:r>
            <a:r>
              <a:rPr lang="en-US" dirty="0" smtClean="0">
                <a:solidFill>
                  <a:schemeClr val="bg1"/>
                </a:solidFill>
              </a:rPr>
              <a:t>           – 25MVCSMR0139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Vivek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goud</a:t>
            </a:r>
            <a:r>
              <a:rPr lang="en-US" dirty="0" smtClean="0">
                <a:solidFill>
                  <a:schemeClr val="bg1"/>
                </a:solidFill>
              </a:rPr>
              <a:t>       – 25MVCSMR0114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Adwaith</a:t>
            </a:r>
            <a:r>
              <a:rPr lang="en-US" dirty="0" smtClean="0">
                <a:solidFill>
                  <a:schemeClr val="bg1"/>
                </a:solidFill>
              </a:rPr>
              <a:t>           -- 25MVCSMR0108</a:t>
            </a:r>
            <a:endParaRPr lang="en-I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2000" contrast="8000"/>
                    </a14:imgEffect>
                    <a14:imgEffect>
                      <a14:colorTemperature colorTemp="10485"/>
                    </a14:imgEffect>
                    <a14:imgEffect>
                      <a14:saturation sat="385000"/>
                    </a14:imgEffect>
                    <a14:imgEffect>
                      <a14:sharpenSoften amount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540" y="96894"/>
            <a:ext cx="1360460" cy="1294584"/>
          </a:xfrm>
          <a:prstGeom prst="rect">
            <a:avLst/>
          </a:prstGeom>
          <a:effectLst>
            <a:outerShdw dir="5580000" sx="42000" sy="42000" algn="ctr" rotWithShape="0">
              <a:srgbClr val="000000">
                <a:alpha val="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3502055" y="6268031"/>
            <a:ext cx="2721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>
                <a:solidFill>
                  <a:schemeClr val="bg1"/>
                </a:solidFill>
              </a:rPr>
              <a:t>Acadamic</a:t>
            </a:r>
            <a:r>
              <a:rPr lang="en-IN" dirty="0" smtClean="0">
                <a:solidFill>
                  <a:schemeClr val="bg1"/>
                </a:solidFill>
              </a:rPr>
              <a:t> Year : 2026-2027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502055" y="5924241"/>
            <a:ext cx="2424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Guide Name : </a:t>
            </a:r>
            <a:r>
              <a:rPr lang="en-IN" dirty="0" err="1" smtClean="0">
                <a:solidFill>
                  <a:schemeClr val="bg1"/>
                </a:solidFill>
              </a:rPr>
              <a:t>Anand</a:t>
            </a:r>
            <a:r>
              <a:rPr lang="en-IN" dirty="0" smtClean="0">
                <a:solidFill>
                  <a:schemeClr val="bg1"/>
                </a:solidFill>
              </a:rPr>
              <a:t> Sir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690103" y="204207"/>
            <a:ext cx="46994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chemeClr val="bg1"/>
                </a:solidFill>
              </a:rPr>
              <a:t>𝑴𝒂𝒍𝒍𝒂</a:t>
            </a:r>
            <a:r>
              <a:rPr lang="en-IN" dirty="0" smtClean="0"/>
              <a:t> </a:t>
            </a:r>
            <a:r>
              <a:rPr lang="en-IN" sz="2800" b="1" u="sng" dirty="0" smtClean="0">
                <a:solidFill>
                  <a:schemeClr val="bg1"/>
                </a:solidFill>
              </a:rPr>
              <a:t>𝑹𝒆𝒅𝒅𝒚</a:t>
            </a:r>
          </a:p>
          <a:p>
            <a:r>
              <a:rPr lang="en-IN" dirty="0" smtClean="0"/>
              <a:t> </a:t>
            </a:r>
            <a:r>
              <a:rPr lang="en-IN" u="sng" dirty="0" smtClean="0"/>
              <a:t>                     </a:t>
            </a:r>
            <a:r>
              <a:rPr lang="en-IN" sz="2800" b="1" u="sng" dirty="0" smtClean="0">
                <a:solidFill>
                  <a:schemeClr val="bg1"/>
                </a:solidFill>
              </a:rPr>
              <a:t>𝑻𝒆𝒄𝒉𝒏𝒊𝒄𝒂𝒍</a:t>
            </a:r>
            <a:r>
              <a:rPr lang="en-IN" dirty="0" smtClean="0"/>
              <a:t> </a:t>
            </a:r>
            <a:r>
              <a:rPr lang="en-IN" sz="2800" b="1" u="sng" dirty="0" smtClean="0">
                <a:solidFill>
                  <a:schemeClr val="bg1"/>
                </a:solidFill>
              </a:rPr>
              <a:t>𝑪𝒂𝒎𝒑𝒖𝒔</a:t>
            </a:r>
            <a:endParaRPr lang="en-IN" sz="28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85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4348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1218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879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574"/>
            <a:ext cx="12192000" cy="6927574"/>
          </a:xfrm>
        </p:spPr>
      </p:pic>
    </p:spTree>
    <p:extLst>
      <p:ext uri="{BB962C8B-B14F-4D97-AF65-F5344CB8AC3E}">
        <p14:creationId xmlns:p14="http://schemas.microsoft.com/office/powerpoint/2010/main" val="259377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6624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699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50"/>
            <a:ext cx="12192000" cy="6875550"/>
          </a:xfrm>
        </p:spPr>
      </p:pic>
    </p:spTree>
    <p:extLst>
      <p:ext uri="{BB962C8B-B14F-4D97-AF65-F5344CB8AC3E}">
        <p14:creationId xmlns:p14="http://schemas.microsoft.com/office/powerpoint/2010/main" val="302721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209"/>
            <a:ext cx="12192000" cy="6987209"/>
          </a:xfrm>
        </p:spPr>
      </p:pic>
    </p:spTree>
    <p:extLst>
      <p:ext uri="{BB962C8B-B14F-4D97-AF65-F5344CB8AC3E}">
        <p14:creationId xmlns:p14="http://schemas.microsoft.com/office/powerpoint/2010/main" val="312459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</Words>
  <Application>Microsoft Office PowerPoint</Application>
  <PresentationFormat>Widescreen</PresentationFormat>
  <Paragraphs>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10</cp:revision>
  <dcterms:created xsi:type="dcterms:W3CDTF">2026-10-03T04:55:36Z</dcterms:created>
  <dcterms:modified xsi:type="dcterms:W3CDTF">2026-10-03T05:38:40Z</dcterms:modified>
</cp:coreProperties>
</file>